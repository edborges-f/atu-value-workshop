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brief — 20 seconds. The credibility IS the tool you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describe problems in natural language. Copilot plans. I review and approve. It builds, I validate, we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 captures context. Challenges maps priorities. Summary builds the story. Action Center generates 8 customer-ready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Frontier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0E6FF"/>
                </a:solidFill>
              </a:defRPr>
            </a:pPr>
            <a:r>
              <a:t>One AE + Copilot CLI = Production App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</a:defRPr>
            </a:pPr>
            <a:r>
              <a:t>Edison Borges  ·  ATU Americas  · 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274320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Edison Borges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</a:defRPr>
            </a:pPr>
            <a:r>
              <a:t>Account Technology Unit  ·  Americas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3584448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Field AE focused on Frontier Transformation &amp; AI adoption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4407408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297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Built Frontier Canvas solo using Copilot CLI — the tools we sell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5230368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5120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120 commits, 22K+ lines of production code, zero infrastructure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4292E"/>
                </a:solidFill>
              </a:defRPr>
            </a:pPr>
            <a:r>
              <a:t>AEs Walk Into CxO Meetings Cold — That’s a Revenue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No structured prep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for C-level AI 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40-slide decks don’t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 20-minute CxO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292E"/>
                </a:solidFill>
              </a:defRPr>
            </a:pPr>
            <a:r>
              <a:t>Every AE reinvents the 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no evidence-to-insight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4292E"/>
                </a:solidFill>
              </a:defRPr>
            </a:pPr>
            <a:r>
              <a:t>10 Minutes of Structured Prep Changes the Outcome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475488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92E"/>
                </a:solidFill>
              </a:defRPr>
            </a:pPr>
            <a:r>
              <a:t>🤖  Copilot-native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Chat + Cowork as engine</a:t>
            </a:r>
            <a:br/>
            <a:r>
              <a:t>No custom AI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475488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92E"/>
                </a:solidFill>
              </a:defRPr>
            </a:pPr>
            <a:r>
              <a:t>☁️  Zero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Static site, localStorage</a:t>
            </a:r>
            <a:br/>
            <a:r>
              <a:t>$0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475488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92E"/>
                </a:solidFill>
              </a:defRPr>
            </a:pPr>
            <a:r>
              <a:t>✅  Customer-ready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120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CELA compliance baked</a:t>
            </a:r>
            <a:br/>
            <a:r>
              <a:t>into every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97680"/>
            <a:ext cx="475488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480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292E"/>
                </a:solidFill>
              </a:defRPr>
            </a:pPr>
            <a:r>
              <a:t>⚡  10 min to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120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Longer than a coffee break?</a:t>
            </a:r>
            <a:br/>
            <a:r>
              <a:t>AEs won’t use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Copilot CLI Turns Natural Language Into Production Code</a:t>
            </a:r>
          </a:p>
        </p:txBody>
      </p:sp>
      <p:pic>
        <p:nvPicPr>
          <p:cNvPr id="3" name="Picture 2" descr="cli-screensho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cli-screensho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389120"/>
            <a:ext cx="8229600" cy="2286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120 Commits · 22K+ Lines · One Person · Zero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50E6FF"/>
                </a:solidFill>
              </a:defRPr>
            </a:pPr>
            <a:r>
              <a:t>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5F5"/>
                </a:solidFill>
              </a:defRPr>
            </a:pPr>
            <a:r>
              <a:t>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50E6FF"/>
                </a:solidFill>
              </a:defRPr>
            </a:pPr>
            <a:r>
              <a:t>22K+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5F5"/>
                </a:solidFill>
              </a:defRPr>
            </a:pPr>
            <a:r>
              <a:t>lines of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50E6FF"/>
                </a:solidFill>
              </a:defRPr>
            </a:pPr>
            <a: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5F5"/>
                </a:solidFill>
              </a:defRPr>
            </a:pPr>
            <a:r>
              <a:t>customer 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50E6FF"/>
                </a:solidFill>
              </a:defRPr>
            </a:pPr>
            <a: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5F5"/>
                </a:solidFill>
              </a:defRPr>
            </a:pPr>
            <a:r>
              <a:t>use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4292E"/>
                </a:solidFill>
              </a:defRPr>
            </a:pPr>
            <a:r>
              <a:t>Profile → Challenges → Summary → Action Center</a:t>
            </a:r>
          </a:p>
        </p:txBody>
      </p:sp>
      <p:pic>
        <p:nvPicPr>
          <p:cNvPr id="3" name="Picture 2" descr="01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Step 1: Profile</a:t>
            </a:r>
          </a:p>
        </p:txBody>
      </p:sp>
      <p:pic>
        <p:nvPicPr>
          <p:cNvPr id="5" name="Picture 4" descr="02-challe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Step 2: Challenges</a:t>
            </a:r>
          </a:p>
        </p:txBody>
      </p:sp>
      <p:pic>
        <p:nvPicPr>
          <p:cNvPr id="7" name="Picture 6" descr="03-exec-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548640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Step 3: Summary</a:t>
            </a:r>
          </a:p>
        </p:txBody>
      </p:sp>
      <p:pic>
        <p:nvPicPr>
          <p:cNvPr id="9" name="Picture 8" descr="04-action-ce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931920"/>
            <a:ext cx="548640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6537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Step 4: Action Center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4292E"/>
                </a:solidFill>
              </a:defRPr>
            </a:pPr>
            <a:r>
              <a:t>Real Field Feedback Ships Same Day — Not Next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</a:defRPr>
            </a:pPr>
            <a:r>
              <a:t>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“Smart Fill isn’t extracting stakeholders”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2860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Broadened to all C-level/VP+ — shipped next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“Too many prompts, just need one for the meeting”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6576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Merged 3 into 1 Customer Presentation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“Which Copilot do I use for what?”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02920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Distinct Chat vs Cowork buttons with phase badges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4292E"/>
                </a:solidFill>
              </a:defRPr>
            </a:pPr>
            <a:r>
              <a:t>This Pattern Scales to Any Solution Area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47472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4292E"/>
                </a:solidFill>
              </a:defRPr>
            </a:pPr>
            <a:r>
              <a:t>The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</a:defRPr>
            </a:pPr>
            <a:r>
              <a:t>Field pain → Copilot CLI builds →</a:t>
            </a:r>
            <a:br/>
            <a:r>
              <a:t>Cowork delivers customer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347472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00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4292E"/>
                </a:solidFill>
              </a:defRPr>
            </a:pPr>
            <a:r>
              <a:t>Plug-and-Play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931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</a:defRPr>
            </a:pPr>
            <a:r>
              <a:t>Swap data (use cases, stories,</a:t>
            </a:r>
            <a:br/>
            <a:r>
              <a:t>challenges) for any Solution Area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011680"/>
            <a:ext cx="347472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78D4"/>
                </a:solidFill>
              </a:defRPr>
            </a:pPr>
            <a:r>
              <a:t>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4292E"/>
                </a:solidFill>
              </a:defRPr>
            </a:pPr>
            <a:r>
              <a:t>The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931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</a:defRPr>
            </a:pPr>
            <a:r>
              <a:t>Building WITH the tools</a:t>
            </a:r>
            <a:br/>
            <a:r>
              <a:t>IS the proof they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You Now Have That You Didn’t 12 Minutes Ago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2670048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 replicable pattern for turning field pain into production tools using Copilot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950207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8404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Living proof that the tools we sell accelerate US — not just customers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5230368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5120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 blueprint to build YOUR version for your Solution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F5F5"/>
                </a:solidFill>
              </a:defRPr>
            </a:pPr>
            <a:r>
              <a:t>This slide stays up during Q&amp;A.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4292E"/>
                </a:solidFill>
              </a:defRPr>
            </a:pPr>
            <a:r>
              <a:t>Appendix: The 8 Cowork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📄  Executive Summary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 + PPTX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88720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💬  Conversation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 + 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🎯  Customer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 + PPTX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468880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🤝  Stakeholder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7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📧  Executive Briefing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Outlook draft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749039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84047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📨  Follow-Up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Outlook draft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199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206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📋  Account Team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029199"/>
            <a:ext cx="530352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1206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292E"/>
                </a:solidFill>
              </a:defRPr>
            </a:pPr>
            <a:r>
              <a:t>🏆  Competitive Differentiation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669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Output: 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