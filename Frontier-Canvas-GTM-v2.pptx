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Personalize this slide: add your photo, update background line, keep it under 30 seconds. The credibility IS the tool you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it's not just a dashboard — it produces ready-to-use deliverables that cover the entire meeting lifecycle: before (prep), during (conversation guide), and after (emails, handoff).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describe problems in natural language. Copilot plans. I review and approve. It builds, I validate, we deploy.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Profile captures context. Challenges maps priorities. Summary builds the story. Action Center generates 8 customer-ready deliverables.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single one of these shipped within 24 hours of the feedback. That's the power of Copilot CLI — the dev loop is instant.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Fill in with real quotes. Paola Vergara's feedback from today's 1:1. Add more as they come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this is NOT a tool where each SA builds their own version. It already covers all Solution Areas. The data layer (use cases, stories, challenges) spans the entire Microsoft AI portfolio.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t>Frontier Canvas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50E6FF"/>
                </a:solidFill>
              </a:defRPr>
            </a:pPr>
            <a:r>
              <a:t>One AE + Copilot CLI = Production App From Scratch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F5F5"/>
                </a:solidFill>
              </a:defRPr>
            </a:pPr>
            <a:r>
              <a:t>Edison Borges  ·  ATU Americas  ·  May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017520"/>
            <a:ext cx="274320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2743200" cy="3200400"/>
          </a:xfrm>
          <a:prstGeom prst="roundRect">
            <a:avLst/>
          </a:prstGeom>
          <a:solidFill>
            <a:srgbClr val="3A3F47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5603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F5F5"/>
                </a:solidFill>
              </a:defRPr>
            </a:pPr>
            <a:r>
              <a:t>📷  Add your photo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11887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Edison Borges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2103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0E6FF"/>
                </a:solidFill>
              </a:defRPr>
            </a:pPr>
            <a:r>
              <a:t>Account Technology Strategist  ·  ATU Americas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2834640"/>
            <a:ext cx="5486400" cy="25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3200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🌎  Based in Americas — working across industries and enterprise accounts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3840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🎯  Focused on Frontier Transformation, AI adoption &amp; customer value realization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44805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🛠️  Built Frontier Canvas solo using Copilot CLI — the same tools we sell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5120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💬  Passionate about turning field insights into scalable tools that help the entire ATU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57607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🤝  Previously: [Add your background — industry, prior roles, certifications]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4292E"/>
                </a:solidFill>
              </a:defRPr>
            </a:pPr>
            <a:r>
              <a:t>AEs Walk Into CxO Meetings Cold — That’s a Revenue Leak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0078D4"/>
                </a:solidFill>
              </a:defRPr>
            </a:pPr>
            <a:r>
              <a:t>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292E"/>
                </a:solidFill>
              </a:defRPr>
            </a:pPr>
            <a:r>
              <a:t>No structured prep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for C-level AI conversations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2860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0078D4"/>
                </a:solidFill>
              </a:defRPr>
            </a:pPr>
            <a: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3200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292E"/>
                </a:solidFill>
              </a:defRPr>
            </a:pPr>
            <a:r>
              <a:t>40-slide decks don’t 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8404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a 20-minute CxO slot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2860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0078D4"/>
                </a:solidFill>
              </a:defRPr>
            </a:pPr>
            <a:r>
              <a:t>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200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292E"/>
                </a:solidFill>
              </a:defRPr>
            </a:pPr>
            <a:r>
              <a:t>Every AE reinvents the wheel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8404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no evidence-to-insight 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4292E"/>
                </a:solidFill>
              </a:defRPr>
            </a:pPr>
            <a:r>
              <a:t>10 Minutes → 8 Customer-Ready Deliverables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3474720" cy="21031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</a:defRPr>
            </a:pPr>
            <a:r>
              <a:t>🤖  Copilot-Native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402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Chat + Cowork powers all outputs</a:t>
            </a:r>
            <a:br/>
            <a:r>
              <a:t>No custom AI backend needed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474720" cy="21031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6002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</a:defRPr>
            </a:pPr>
            <a:r>
              <a:t>📧  Email Communications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22402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Executive briefing &amp; follow-up emails</a:t>
            </a:r>
            <a:br/>
            <a:r>
              <a:t>ready to send from Outlook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463040"/>
            <a:ext cx="3474720" cy="21031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16002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</a:defRPr>
            </a:pPr>
            <a:r>
              <a:t>📋  Step-by-Step AE Guidance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2402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Conversation guide with talking points,</a:t>
            </a:r>
            <a:br/>
            <a:r>
              <a:t>objection handling &amp; next steps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23360"/>
            <a:ext cx="3474720" cy="21031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1605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</a:defRPr>
            </a:pPr>
            <a:r>
              <a:t>🎯  Customer Presentations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006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Exec summary deck, stakeholder map,</a:t>
            </a:r>
            <a:br/>
            <a:r>
              <a:t>competitive differentiation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023360"/>
            <a:ext cx="3474720" cy="21031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41605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</a:defRPr>
            </a:pPr>
            <a:r>
              <a:t>🤝  Account Team Handoff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48006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Complete context package for</a:t>
            </a:r>
            <a:br/>
            <a:r>
              <a:t>SA, CSM, and partner teams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4023360"/>
            <a:ext cx="3474720" cy="21031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41605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</a:defRPr>
            </a:pPr>
            <a:r>
              <a:t>✅  CELA Compliance Built 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48006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Every output follows Microsoft</a:t>
            </a:r>
            <a:br/>
            <a:r>
              <a:t>guardrails by default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Copilot CLI Turns Natural Language Into Production Code</a:t>
            </a:r>
          </a:p>
        </p:txBody>
      </p:sp>
      <p:pic>
        <p:nvPicPr>
          <p:cNvPr id="3" name="Picture 2" descr="cli-screenshot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144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One Person · Zero Cost · Production Grade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50E6FF"/>
                </a:solidFill>
              </a:defRPr>
            </a:pPr>
            <a:r>
              <a:t>120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5F5F5"/>
                </a:solidFill>
              </a:defRPr>
            </a:pPr>
            <a:r>
              <a:t>commits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20116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50E6FF"/>
                </a:solidFill>
              </a:defRPr>
            </a:pPr>
            <a:r>
              <a:t>22K+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38404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5F5F5"/>
                </a:solidFill>
              </a:defRPr>
            </a:pPr>
            <a:r>
              <a:t>lines of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50E6FF"/>
                </a:solidFill>
              </a:defRPr>
            </a:pPr>
            <a:r>
              <a:t>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8404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5F5F5"/>
                </a:solidFill>
              </a:defRPr>
            </a:pPr>
            <a:r>
              <a:t>customer stories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20116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50E6FF"/>
                </a:solidFill>
              </a:defRPr>
            </a:pPr>
            <a:r>
              <a:t>101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38404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5F5F5"/>
                </a:solidFill>
              </a:defRPr>
            </a:pPr>
            <a:r>
              <a:t>use cases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03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Built entirely with GitHub Copilot CLI  ·  React + TypeScript + Vite  ·  Hosted on GitHub Pages at $0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4292E"/>
                </a:solidFill>
              </a:defRPr>
            </a:pPr>
            <a:r>
              <a:t>Profile → Challenges → Summary → Action Center</a:t>
            </a:r>
          </a:p>
        </p:txBody>
      </p:sp>
      <p:pic>
        <p:nvPicPr>
          <p:cNvPr id="3" name="Picture 2" descr="01-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486400" cy="2560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703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Step 1: Customer Profile</a:t>
            </a:r>
          </a:p>
        </p:txBody>
      </p:sp>
      <p:pic>
        <p:nvPicPr>
          <p:cNvPr id="5" name="Picture 4" descr="02-challen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97280"/>
            <a:ext cx="5486400" cy="2560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9360" y="3703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Step 2: Industry Challenges</a:t>
            </a:r>
          </a:p>
        </p:txBody>
      </p:sp>
      <p:pic>
        <p:nvPicPr>
          <p:cNvPr id="7" name="Picture 6" descr="03-exec-sum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931920"/>
            <a:ext cx="5486400" cy="2560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537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Step 3: Executive Summary</a:t>
            </a:r>
          </a:p>
        </p:txBody>
      </p:sp>
      <p:pic>
        <p:nvPicPr>
          <p:cNvPr id="9" name="Picture 8" descr="04-action-cen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931920"/>
            <a:ext cx="5486400" cy="2560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09360" y="6537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Step 4: Action Center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4292E"/>
                </a:solidFill>
              </a:defRPr>
            </a:pPr>
            <a:r>
              <a:t>Real Field Feedback Ships Same Day — Not Next Quarter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8D4"/>
                </a:solidFill>
              </a:defRPr>
            </a:pPr>
            <a:r>
              <a:t>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0" y="1188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8D4"/>
                </a:solidFill>
              </a:defRPr>
            </a:pPr>
            <a:r>
              <a:t>SHIPPED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“Smart Fill isn’t extracting stakeholders”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3560" y="16002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8D4"/>
                </a:solidFill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4292E"/>
                </a:solidFill>
              </a:defRPr>
            </a:pPr>
            <a:r>
              <a:t>Broadened to all C-level/VP+ roles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“Too many prompts for one meeting”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21488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8D4"/>
                </a:solidFill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488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4292E"/>
                </a:solidFill>
              </a:defRPr>
            </a:pPr>
            <a:r>
              <a:t>Merged into 1 Customer Presentation Package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974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“Which Copilot do I use for what?”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26974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8D4"/>
                </a:solidFill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974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4292E"/>
                </a:solidFill>
              </a:defRPr>
            </a:pPr>
            <a:r>
              <a:t>Distinct Chat vs Cowork buttons with badges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461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“Competitive content only maps to M365 Copilot”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32461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8D4"/>
                </a:solidFill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461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4292E"/>
                </a:solidFill>
              </a:defRPr>
            </a:pPr>
            <a:r>
              <a:t>Expanded to Azure AI, Foundry, Fabric, PBI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7947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“Links in Cowork output aren’t clickable”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37947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8D4"/>
                </a:solidFill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7947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4292E"/>
                </a:solidFill>
              </a:defRPr>
            </a:pPr>
            <a:r>
              <a:t>Full URLs with proper markdown formatting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3434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“Sponsors shown as confirmed — customer didn’t agree”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43434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8D4"/>
                </a:solidFill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3434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4292E"/>
                </a:solidFill>
              </a:defRPr>
            </a:pPr>
            <a:r>
              <a:t>Changed to ‘Suggested Sponsors’ everywhere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8920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“Use cases say TOP — feels presumptuous”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60" y="48920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8D4"/>
                </a:solidFill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8920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4292E"/>
                </a:solidFill>
              </a:defRPr>
            </a:pPr>
            <a:r>
              <a:t>Renamed to ‘Potential Use Cases’ across all prompts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4406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“Timeline defaults to 60 days — not always realistic”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23560" y="54406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8D4"/>
                </a:solidFill>
              </a:defRPr>
            </a:pPr>
            <a: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4406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4292E"/>
                </a:solidFill>
              </a:defRPr>
            </a:pPr>
            <a:r>
              <a:t>Cowork now asks the user for their timeline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9893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“Exec summary doesn’t use customer brand”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59893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8D4"/>
                </a:solidFill>
              </a:defRPr>
            </a:pPr>
            <a: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9893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4292E"/>
                </a:solidFill>
              </a:defRPr>
            </a:pPr>
            <a:r>
              <a:t>Added full brand identity extraction (colors+fonts+logo)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4292E"/>
                </a:solidFill>
              </a:defRPr>
            </a:pPr>
            <a:r>
              <a:t>What the Field Is Saying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Real feedback from AEs and leaders who have used Frontier Canvas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474720" cy="4114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0078D4"/>
                </a:solidFill>
              </a:defRPr>
            </a:pPr>
            <a: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4292E"/>
                </a:solidFill>
              </a:defRPr>
            </a:pPr>
            <a:r>
              <a:t>“[Add Paola’s feedback here]”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937760"/>
            <a:ext cx="2926080" cy="127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120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4292E"/>
                </a:solidFill>
              </a:defRPr>
            </a:pPr>
            <a:r>
              <a:t>Paola Vergara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440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1:1 Feedback — May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474720" cy="4114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0116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0078D4"/>
                </a:solidFill>
              </a:defRPr>
            </a:pPr>
            <a: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9260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4292E"/>
                </a:solidFill>
              </a:defRPr>
            </a:pPr>
            <a:r>
              <a:t>“[Add quote here]”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4937760"/>
            <a:ext cx="2926080" cy="127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5120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4292E"/>
                </a:solidFill>
              </a:defRPr>
            </a:pPr>
            <a:r>
              <a:t>[Name]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5440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[Context]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828800"/>
            <a:ext cx="3474720" cy="4114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0116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0078D4"/>
                </a:solidFill>
              </a:defRPr>
            </a:pPr>
            <a: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9260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4292E"/>
                </a:solidFill>
              </a:defRPr>
            </a:pPr>
            <a:r>
              <a:t>“[Add quote here]”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03920" y="4937760"/>
            <a:ext cx="2926080" cy="127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5120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4292E"/>
                </a:solidFill>
              </a:defRPr>
            </a:pPr>
            <a:r>
              <a:t>[Name]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5440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[Context]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4292E"/>
                </a:solidFill>
              </a:defRPr>
            </a:pPr>
            <a:r>
              <a:t>One Tool, Every Solution Area — Already Built 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474720" cy="4114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031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0078D4"/>
                </a:solidFill>
              </a:defRPr>
            </a:pPr>
            <a:r>
              <a:t>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175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292E"/>
                </a:solidFill>
              </a:defRPr>
            </a:pPr>
            <a:r>
              <a:t>Cross-Solution by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8404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555555"/>
                </a:solidFill>
              </a:defRPr>
            </a:pPr>
            <a:r>
              <a:t>101 use cases spanning M365 Copilot,</a:t>
            </a:r>
            <a:br/>
            <a:r>
              <a:t>Azure AI, Foundry, Fabric, PBI,</a:t>
            </a:r>
            <a:br/>
            <a:r>
              <a:t>Copilot Studio &amp; Security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828800"/>
            <a:ext cx="3474720" cy="4114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21031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0078D4"/>
                </a:solidFill>
              </a:defRPr>
            </a:pPr>
            <a: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30175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292E"/>
                </a:solidFill>
              </a:defRPr>
            </a:pPr>
            <a:r>
              <a:t>Evidence-Backed for Any Vertical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38404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555555"/>
                </a:solidFill>
              </a:defRPr>
            </a:pPr>
            <a:r>
              <a:t>85 customer stories + industry</a:t>
            </a:r>
            <a:br/>
            <a:r>
              <a:t>benchmarks mapped to all</a:t>
            </a:r>
            <a:br/>
            <a:r>
              <a:t>Microsoft AI platforms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828800"/>
            <a:ext cx="3474720" cy="4114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21031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0078D4"/>
                </a:solidFill>
              </a:defRPr>
            </a:pPr>
            <a:r>
              <a:t>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0175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292E"/>
                </a:solidFill>
              </a:defRPr>
            </a:pPr>
            <a:r>
              <a:t>Security &amp; Observability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8404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555555"/>
                </a:solidFill>
              </a:defRPr>
            </a:pPr>
            <a:r>
              <a:t>Every deliverable includes</a:t>
            </a:r>
            <a:br/>
            <a:r>
              <a:t>governance, compliance &amp;</a:t>
            </a:r>
            <a:br/>
            <a:r>
              <a:t>trust by default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What You Now Have That You Didn’t 12 Minutes Ago</a:t>
            </a:r>
          </a:p>
        </p:txBody>
      </p:sp>
      <p:sp>
        <p:nvSpPr>
          <p:cNvPr id="3" name="Oval 2"/>
          <p:cNvSpPr/>
          <p:nvPr/>
        </p:nvSpPr>
        <p:spPr>
          <a:xfrm>
            <a:off x="1097280" y="2670048"/>
            <a:ext cx="182880" cy="18288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560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A production tool that turns 10 min of prep into 8 customer-ready deliverables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3950207"/>
            <a:ext cx="182880" cy="18288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3840479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Living proof that the tools we sell accelerate US — not just customers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5230368"/>
            <a:ext cx="182880" cy="18288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51206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A cross-Solution-Area engine backed by 85 stories and 101 use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5F5F5"/>
                </a:solidFill>
              </a:defRPr>
            </a:pPr>
            <a:r>
              <a:t>This slide stays up during Q&amp;A.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4292E"/>
                </a:solidFill>
              </a:defRPr>
            </a:pPr>
            <a:r>
              <a:t>Appendix: The 8 Cowork Prompts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303520" cy="10972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</a:defRPr>
            </a:pPr>
            <a:r>
              <a:t>📄  Executive Summary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Output: HTML + PPTX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188720"/>
            <a:ext cx="5303520" cy="10972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2801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</a:defRPr>
            </a:pPr>
            <a:r>
              <a:t>💬  Conversation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Output: HTML + Word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5303520" cy="10972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6032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</a:defRPr>
            </a:pPr>
            <a:r>
              <a:t>🎯  Customer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Output: HTML + PPTX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468880"/>
            <a:ext cx="5303520" cy="10972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56032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</a:defRPr>
            </a:pPr>
            <a:r>
              <a:t>🤝  Stakeholder 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1089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Output: HTML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49039"/>
            <a:ext cx="5303520" cy="10972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40479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</a:defRPr>
            </a:pPr>
            <a:r>
              <a:t>📧  Executive Briefing Email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8911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Output: Outlook draft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3749039"/>
            <a:ext cx="5303520" cy="10972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3840479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</a:defRPr>
            </a:pPr>
            <a:r>
              <a:t>📨  Follow-Up Email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38911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Output: Outlook draft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029199"/>
            <a:ext cx="5303520" cy="10972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120639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</a:defRPr>
            </a:pPr>
            <a:r>
              <a:t>📋  Account Team Handoff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66927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Output: HTML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5029199"/>
            <a:ext cx="5303520" cy="10972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5120639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</a:defRPr>
            </a:pPr>
            <a:r>
              <a:t>🏆  Competitive Differentiation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566927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Output: 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